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bc7f258d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g2bc7f258d0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bc7f258d01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bc7f258d01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bc7f258d01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bc7f258d01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bc7f258d01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bc7f258d01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"/>
              <a:t>Typecast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100"/>
              <a:buNone/>
            </a:pPr>
            <a:r>
              <a:rPr lang="en"/>
              <a:t>Приведення (або перетворення) типів – це процес конвертації значення з одного типу до іншого. У JavaScript типи можна перетворювати явно та неявно. Порівняння буває суворим і несуворим. При строгому порівнянні ( === ) інтерпретатор враховує типи порівнюваних значень.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Явне приведення типів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976300" cy="41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3375" lvl="0" marL="457200" rtl="0" algn="l"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Converting Strings to Numbers</a:t>
            </a:r>
            <a:endParaRPr sz="16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Verdana"/>
              <a:buChar char="○"/>
            </a:pPr>
            <a:r>
              <a:rPr lang="en" sz="12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Number(“5555”)</a:t>
            </a:r>
            <a:endParaRPr sz="12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Verdana"/>
              <a:buChar char="○"/>
            </a:pPr>
            <a:r>
              <a:rPr lang="en" sz="12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“5555”.parseInt()</a:t>
            </a:r>
            <a:endParaRPr sz="12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Verdana"/>
              <a:buChar char="○"/>
            </a:pPr>
            <a:r>
              <a:rPr lang="en" sz="12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+”424.2”</a:t>
            </a:r>
            <a:endParaRPr sz="12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Converting Numbers to Strings</a:t>
            </a:r>
            <a:endParaRPr sz="16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Verdana"/>
              <a:buChar char="○"/>
            </a:pPr>
            <a:r>
              <a:rPr lang="en" sz="12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String(53.434)</a:t>
            </a:r>
            <a:endParaRPr sz="12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Verdana"/>
              <a:buChar char="○"/>
            </a:pPr>
            <a:r>
              <a:rPr lang="en" sz="12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(104242).toString()</a:t>
            </a:r>
            <a:endParaRPr sz="12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Verdana"/>
              <a:buChar char="○"/>
            </a:pPr>
            <a:r>
              <a:rPr lang="en" sz="12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1.4214124124.toFixed(2)</a:t>
            </a:r>
            <a:endParaRPr sz="12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Converting Dates to Numbers</a:t>
            </a:r>
            <a:endParaRPr sz="16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Converting Numbers to Dates</a:t>
            </a:r>
            <a:endParaRPr sz="16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Converting Booleans to Numbers</a:t>
            </a:r>
            <a:endParaRPr sz="16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33375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50"/>
              <a:buFont typeface="Verdana"/>
              <a:buChar char="●"/>
            </a:pPr>
            <a:r>
              <a:rPr lang="en" sz="165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Converting Numbers to Booleans</a:t>
            </a:r>
            <a:endParaRPr sz="16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1100"/>
              </a:spcBef>
              <a:spcAft>
                <a:spcPts val="1200"/>
              </a:spcAft>
              <a:buNone/>
            </a:pPr>
            <a:r>
              <a:t/>
            </a:r>
            <a:endParaRPr sz="195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64250" y="132800"/>
            <a:ext cx="5168375" cy="4922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</a:t>
            </a:r>
            <a:r>
              <a:rPr lang="en"/>
              <a:t>еявне приведення типів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Якщо один з операндів строка, то </a:t>
            </a:r>
            <a:r>
              <a:rPr lang="en" sz="2300">
                <a:solidFill>
                  <a:schemeClr val="accent1"/>
                </a:solidFill>
              </a:rPr>
              <a:t>+</a:t>
            </a:r>
            <a:r>
              <a:rPr lang="en" sz="2000">
                <a:solidFill>
                  <a:schemeClr val="accent1"/>
                </a:solidFill>
              </a:rPr>
              <a:t> </a:t>
            </a:r>
            <a:r>
              <a:rPr lang="en"/>
              <a:t>перетворює інший операнд на строку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b="1" lang="en" sz="2000">
                <a:solidFill>
                  <a:schemeClr val="accent1"/>
                </a:solidFill>
              </a:rPr>
              <a:t>- * / %</a:t>
            </a:r>
            <a:r>
              <a:rPr lang="en"/>
              <a:t> перетворюють операнди до числа</a:t>
            </a:r>
            <a:endParaRPr sz="1050">
              <a:solidFill>
                <a:srgbClr val="9CDCFE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●"/>
            </a:pPr>
            <a:r>
              <a:rPr b="1" lang="en" sz="2000">
                <a:solidFill>
                  <a:schemeClr val="accent1"/>
                </a:solidFill>
              </a:rPr>
              <a:t>+ </a:t>
            </a:r>
            <a:r>
              <a:rPr lang="en"/>
              <a:t>перетворить операнд на Number, якщо жоден з операндів не є строкою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3546" y="2767283"/>
            <a:ext cx="5416925" cy="151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